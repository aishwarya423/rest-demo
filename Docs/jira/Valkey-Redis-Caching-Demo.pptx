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640080"/>
            <a:ext cx="64008" cy="64008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024128"/>
            <a:ext cx="64008" cy="64008"/>
          </a:xfrm>
          <a:prstGeom prst="ellipse">
            <a:avLst/>
          </a:prstGeom>
          <a:solidFill>
            <a:srgbClr val="2A3654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1408176"/>
            <a:ext cx="64008" cy="64008"/>
          </a:xfrm>
          <a:prstGeom prst="ellipse">
            <a:avLst/>
          </a:prstGeom>
          <a:solidFill>
            <a:srgbClr val="2A3654"/>
          </a:solidFill>
          <a:ln/>
        </p:spPr>
      </p:sp>
      <p:sp>
        <p:nvSpPr>
          <p:cNvPr id="5" name="Shape 3"/>
          <p:cNvSpPr/>
          <p:nvPr/>
        </p:nvSpPr>
        <p:spPr>
          <a:xfrm>
            <a:off x="9162288" y="640080"/>
            <a:ext cx="64008" cy="64008"/>
          </a:xfrm>
          <a:prstGeom prst="ellipse">
            <a:avLst/>
          </a:prstGeom>
          <a:solidFill>
            <a:srgbClr val="2A3654"/>
          </a:solidFill>
          <a:ln/>
        </p:spPr>
      </p:sp>
      <p:sp>
        <p:nvSpPr>
          <p:cNvPr id="6" name="Shape 4"/>
          <p:cNvSpPr/>
          <p:nvPr/>
        </p:nvSpPr>
        <p:spPr>
          <a:xfrm>
            <a:off x="9162288" y="1024128"/>
            <a:ext cx="64008" cy="64008"/>
          </a:xfrm>
          <a:prstGeom prst="ellipse">
            <a:avLst/>
          </a:prstGeom>
          <a:solidFill>
            <a:srgbClr val="2A3654"/>
          </a:solidFill>
          <a:ln/>
        </p:spPr>
      </p:sp>
      <p:sp>
        <p:nvSpPr>
          <p:cNvPr id="7" name="Shape 5"/>
          <p:cNvSpPr/>
          <p:nvPr/>
        </p:nvSpPr>
        <p:spPr>
          <a:xfrm>
            <a:off x="9162288" y="1408176"/>
            <a:ext cx="64008" cy="64008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8" name="Shape 6"/>
          <p:cNvSpPr/>
          <p:nvPr/>
        </p:nvSpPr>
        <p:spPr>
          <a:xfrm>
            <a:off x="9546336" y="640080"/>
            <a:ext cx="64008" cy="64008"/>
          </a:xfrm>
          <a:prstGeom prst="ellipse">
            <a:avLst/>
          </a:prstGeom>
          <a:solidFill>
            <a:srgbClr val="2A3654"/>
          </a:solidFill>
          <a:ln/>
        </p:spPr>
      </p:sp>
      <p:sp>
        <p:nvSpPr>
          <p:cNvPr id="9" name="Shape 7"/>
          <p:cNvSpPr/>
          <p:nvPr/>
        </p:nvSpPr>
        <p:spPr>
          <a:xfrm>
            <a:off x="9546336" y="1024128"/>
            <a:ext cx="64008" cy="64008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0" name="Shape 8"/>
          <p:cNvSpPr/>
          <p:nvPr/>
        </p:nvSpPr>
        <p:spPr>
          <a:xfrm>
            <a:off x="9546336" y="1408176"/>
            <a:ext cx="64008" cy="64008"/>
          </a:xfrm>
          <a:prstGeom prst="ellipse">
            <a:avLst/>
          </a:prstGeom>
          <a:solidFill>
            <a:srgbClr val="2A3654"/>
          </a:solidFill>
          <a:ln/>
        </p:spPr>
      </p:sp>
      <p:sp>
        <p:nvSpPr>
          <p:cNvPr id="11" name="Shape 9"/>
          <p:cNvSpPr/>
          <p:nvPr/>
        </p:nvSpPr>
        <p:spPr>
          <a:xfrm>
            <a:off x="9930384" y="640080"/>
            <a:ext cx="64008" cy="64008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2" name="Shape 10"/>
          <p:cNvSpPr/>
          <p:nvPr/>
        </p:nvSpPr>
        <p:spPr>
          <a:xfrm>
            <a:off x="9930384" y="1024128"/>
            <a:ext cx="64008" cy="64008"/>
          </a:xfrm>
          <a:prstGeom prst="ellipse">
            <a:avLst/>
          </a:prstGeom>
          <a:solidFill>
            <a:srgbClr val="2A3654"/>
          </a:solidFill>
          <a:ln/>
        </p:spPr>
      </p:sp>
      <p:sp>
        <p:nvSpPr>
          <p:cNvPr id="13" name="Shape 11"/>
          <p:cNvSpPr/>
          <p:nvPr/>
        </p:nvSpPr>
        <p:spPr>
          <a:xfrm>
            <a:off x="9930384" y="1408176"/>
            <a:ext cx="64008" cy="64008"/>
          </a:xfrm>
          <a:prstGeom prst="ellipse">
            <a:avLst/>
          </a:prstGeom>
          <a:solidFill>
            <a:srgbClr val="2A365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14432" y="640080"/>
            <a:ext cx="64008" cy="64008"/>
          </a:xfrm>
          <a:prstGeom prst="ellipse">
            <a:avLst/>
          </a:prstGeom>
          <a:solidFill>
            <a:srgbClr val="2A365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314432" y="1024128"/>
            <a:ext cx="64008" cy="64008"/>
          </a:xfrm>
          <a:prstGeom prst="ellipse">
            <a:avLst/>
          </a:prstGeom>
          <a:solidFill>
            <a:srgbClr val="2A3654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14432" y="1408176"/>
            <a:ext cx="64008" cy="64008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98480" y="640080"/>
            <a:ext cx="64008" cy="64008"/>
          </a:xfrm>
          <a:prstGeom prst="ellipse">
            <a:avLst/>
          </a:prstGeom>
          <a:solidFill>
            <a:srgbClr val="2A3654"/>
          </a:solidFill>
          <a:ln/>
        </p:spPr>
      </p:sp>
      <p:sp>
        <p:nvSpPr>
          <p:cNvPr id="18" name="Shape 16"/>
          <p:cNvSpPr/>
          <p:nvPr/>
        </p:nvSpPr>
        <p:spPr>
          <a:xfrm>
            <a:off x="10698480" y="1024128"/>
            <a:ext cx="64008" cy="64008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9" name="Shape 17"/>
          <p:cNvSpPr/>
          <p:nvPr/>
        </p:nvSpPr>
        <p:spPr>
          <a:xfrm>
            <a:off x="10698480" y="1408176"/>
            <a:ext cx="64008" cy="64008"/>
          </a:xfrm>
          <a:prstGeom prst="ellipse">
            <a:avLst/>
          </a:prstGeom>
          <a:solidFill>
            <a:srgbClr val="2A3654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• ENGINEERING DEMO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Valkey / Redis Caching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822960" y="2971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E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Grafbase Federation Gateway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22960" y="397764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977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— STATUS: DONE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Aishwarya    </a:t>
            </a:r>
            <a:pPr indent="0" marL="0">
              <a:buNone/>
            </a:pPr>
            <a:r>
              <a:rPr lang="en-US" sz="1200" b="1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rest-demo    </a:t>
            </a:r>
            <a:pPr indent="0" marL="0">
              <a:buNone/>
            </a:pPr>
            <a:r>
              <a:rPr lang="en-US" sz="1200" b="1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&amp; Valkey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 / REDIS CACHING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17420"/>
            <a:ext cx="548640" cy="54864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174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0208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problem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38658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story exists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217420"/>
            <a:ext cx="548640" cy="54864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2174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20208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flow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38658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two subgraphs and the cache fit together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726180"/>
            <a:ext cx="548640" cy="54864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7261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5295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89534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entity caching needed a real subgraph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338328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3726180"/>
            <a:ext cx="548640" cy="54864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7261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35295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acceptance criteria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389534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built, and proof it works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8920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5234940"/>
            <a:ext cx="548640" cy="54864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234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760" y="50383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08760" y="540410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hit, TTL, and the Redis → Valkey swap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55080" y="48920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3680" y="5234940"/>
            <a:ext cx="548640" cy="54864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5234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23760" y="50383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Benefits, limits &amp; what's next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23760" y="540410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and future scope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 / REDIS CACHING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POC delivers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/ Valkey caching added to the local Grafbase GraphQL federation runtime — proving feasibility, behaviour, and configuration patterns.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5820" y="2583180"/>
            <a:ext cx="685800" cy="68580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7" name="Shape 5"/>
          <p:cNvSpPr/>
          <p:nvPr/>
        </p:nvSpPr>
        <p:spPr>
          <a:xfrm>
            <a:off x="1017270" y="2754630"/>
            <a:ext cx="342900" cy="342900"/>
          </a:xfrm>
          <a:prstGeom prst="can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4747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or Valkey, one env var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alongside the gateway via Docker Compose, with persistence — backend is switchable with a single environment variable.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33172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4860" y="2583180"/>
            <a:ext cx="685800" cy="68580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4766310" y="2754630"/>
            <a:ext cx="342900" cy="342900"/>
          </a:xfrm>
          <a:prstGeom prst="gear9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34747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+ entity caching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41148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plans (operation cache) and subgraph responses (entity cache), both backed by Redis/Valkey.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233172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43900" y="2583180"/>
            <a:ext cx="685800" cy="68580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8515350" y="2754630"/>
            <a:ext cx="342900" cy="342900"/>
          </a:xfrm>
          <a:prstGeom prst="homePlat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34747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end-to-end in Docker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41148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queries served from cache, entities carry a TTL, and cached keys survive a gateway restart.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 / REDIS CACHING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“As a platform engineer, I want to enable Valkey/Redis caching in the local Grafbase runtime so we can validate cache behaviour for the local query-federation POC.”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46888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246888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Valkey/Redis cache run alongside the gateway via Docker Compose, with persistence, configured through environment?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675888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675888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54480" y="3675888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caching actually engage in this federation — repeat-query hits, TTL, restart survival — and can we observe it in the keyspace?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882896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882896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554480" y="4882896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Valkey a viable drop-in for Redis here, for the comparison / licensing conversation?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 / REDIS CACHING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subgraphs, one cache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166360" y="169164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66360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Client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897880" y="2240280"/>
            <a:ext cx="365760" cy="320040"/>
          </a:xfrm>
          <a:prstGeom prst="downArrow">
            <a:avLst/>
          </a:prstGeom>
          <a:solidFill>
            <a:srgbClr val="3D4E73"/>
          </a:solidFill>
          <a:ln/>
        </p:spPr>
      </p:sp>
      <p:sp>
        <p:nvSpPr>
          <p:cNvPr id="7" name="Shape 5"/>
          <p:cNvSpPr/>
          <p:nvPr/>
        </p:nvSpPr>
        <p:spPr>
          <a:xfrm>
            <a:off x="4251960" y="256032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1E2A4A"/>
          </a:solidFill>
          <a:ln/>
          <a:effectLst>
            <a:outerShdw sx="100000" sy="100000" kx="0" ky="0" algn="bl" rotWithShape="0" blurRad="127000" dist="38100" dir="5400000">
              <a:srgbClr val="1B234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5196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Grafbase Gateway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25196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binary — grafbase dev ignores caching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092440" y="2697480"/>
            <a:ext cx="822960" cy="320040"/>
          </a:xfrm>
          <a:prstGeom prst="leftRightArrow">
            <a:avLst/>
          </a:prstGeom>
          <a:solidFill>
            <a:srgbClr val="12B886"/>
          </a:solidFill>
          <a:ln/>
        </p:spPr>
      </p:sp>
      <p:sp>
        <p:nvSpPr>
          <p:cNvPr id="11" name="Shape 9"/>
          <p:cNvSpPr/>
          <p:nvPr/>
        </p:nvSpPr>
        <p:spPr>
          <a:xfrm>
            <a:off x="9006840" y="23774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212580" y="2537460"/>
            <a:ext cx="502920" cy="502920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3" name="Shape 11"/>
          <p:cNvSpPr/>
          <p:nvPr/>
        </p:nvSpPr>
        <p:spPr>
          <a:xfrm>
            <a:off x="9338310" y="2663190"/>
            <a:ext cx="251460" cy="251460"/>
          </a:xfrm>
          <a:prstGeom prst="can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802368" y="25420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/ Valkey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89720" y="3063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+ entity cache, persisted (volume)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 flipH="1">
            <a:off x="2651760" y="3291840"/>
            <a:ext cx="1691640" cy="822960"/>
          </a:xfrm>
          <a:prstGeom prst="bentArrow">
            <a:avLst/>
          </a:prstGeom>
          <a:solidFill>
            <a:srgbClr val="3D4E73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0" y="3291840"/>
            <a:ext cx="1691640" cy="822960"/>
          </a:xfrm>
          <a:prstGeom prst="bentArrow">
            <a:avLst/>
          </a:prstGeom>
          <a:solidFill>
            <a:srgbClr val="12B886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434340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52628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EDEFF5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526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3D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· REST-EXTENSION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22960" y="48737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subgraph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52578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+ policies via REST extension • Fund = stub (@key only) • resolves in-process → not entity-cached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46520" y="43434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29400" y="452628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4F8F0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4526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· GRAPHQL OVER HTTP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629400" y="48737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subgraph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29400" y="52578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+ @apollo/subgraph • owns Fund @key • resolved via a real _entities fetch → this is the hop entity caching stores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 / REDIS CACHING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caching needs a real subgraph fetch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40280"/>
            <a:ext cx="731520" cy="731520"/>
          </a:xfrm>
          <a:prstGeom prst="ellipse">
            <a:avLst/>
          </a:prstGeom>
          <a:solidFill>
            <a:srgbClr val="DC382D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" y="2423160"/>
            <a:ext cx="365760" cy="365760"/>
          </a:xfrm>
          <a:prstGeom prst="noSmoking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965960" y="23317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(REST-extension) subgraph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 / @restEndpoint resolve fields by calling the REST API directly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WASM extension INSIDE the gateway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in-process — no external subgraph fetch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caching has nothing to intercept → no-op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192024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240280"/>
            <a:ext cx="731520" cy="731520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2423160"/>
            <a:ext cx="365760" cy="365760"/>
          </a:xfrm>
          <a:prstGeom prst="cub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0" y="23317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GraphQL subgraph (funds)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32918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GraphQL Yoga server + @apollo/subgraph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over real HTTP by the gateway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issues a genuine _entities fetch to resolve Fund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fetch is what entity caching stores → cache engages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623560"/>
            <a:ext cx="10561320" cy="457200"/>
          </a:xfrm>
          <a:prstGeom prst="roundRect">
            <a:avLst>
              <a:gd name="adj" fmla="val 16000"/>
            </a:avLst>
          </a:prstGeom>
          <a:solidFill>
            <a:srgbClr val="1E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623560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Fund was promoted from an in-process stub to a real GraphQL subgraph so a genuine _entities fetch exists to cache.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 / REDIS CACHING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query, six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63140"/>
            <a:ext cx="548640" cy="54864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631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057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a GraphQL operation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08760" y="24688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hits the gateway, e.g. account → fundHoldings → fund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263140"/>
            <a:ext cx="548640" cy="54864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2631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2057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caching checks the plan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23760" y="24688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in insurance-opcache*; miss → plan once and store it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410712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753612"/>
            <a:ext cx="548640" cy="54864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7536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5478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runs against insurance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508760" y="395935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/ policies resolve via the REST extension; Fund refs carry only a key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55080" y="3410712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3753612"/>
            <a:ext cx="548640" cy="548640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7536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35478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23760" y="395935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issues an _entities fetch to the real funds subgraph over HTTP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901184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5244084"/>
            <a:ext cx="548640" cy="548640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2440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08760" y="50383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caching stores the response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508760" y="544982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 per Fund in insurance-entitycache*, with the configured TTL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55080" y="4901184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3680" y="5244084"/>
            <a:ext cx="548640" cy="54864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52440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23760" y="50383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across restarts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223760" y="544982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live in Redis/Valkey and survive gateway + compose restarts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 / REDIS CACHING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IMPLEMENTED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176272"/>
            <a:ext cx="566928" cy="566928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6" name="Shape 4"/>
          <p:cNvSpPr/>
          <p:nvPr/>
        </p:nvSpPr>
        <p:spPr>
          <a:xfrm>
            <a:off x="1034369" y="2323673"/>
            <a:ext cx="272125" cy="272125"/>
          </a:xfrm>
          <a:prstGeom prst="can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200253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service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600200" y="237744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redis/valkey service in docker-compose.gateway.yml — env-switchable image + healthcheck CLI, persistence volume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1968" y="2176272"/>
            <a:ext cx="566928" cy="566928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6749369" y="2323673"/>
            <a:ext cx="272125" cy="272125"/>
          </a:xfrm>
          <a:prstGeom prst="gear9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200253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gateway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15200" y="237744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grafbase-gateway runs in Docker (Dockerfile.gateway + entrypoint); grafbase dev ignores caching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" y="3547872"/>
            <a:ext cx="566928" cy="566928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4369" y="3695273"/>
            <a:ext cx="272125" cy="272125"/>
          </a:xfrm>
          <a:prstGeom prst="homePlat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600200" y="337413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configuration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600200" y="374904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[operation_caching] + [entity_caching] in grafbase.toml, Redis-backed, with TTL and key_prefix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55080" y="324612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01968" y="3547872"/>
            <a:ext cx="566928" cy="566928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49369" y="3695273"/>
            <a:ext cx="272125" cy="272125"/>
          </a:xfrm>
          <a:prstGeom prst="cub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337413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caching enabled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315200" y="374904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split into a real GraphQL subgraph (funds-subgraph/) — Yoga + @apollo/subgraph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86968" y="4919472"/>
            <a:ext cx="566928" cy="566928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4369" y="5066873"/>
            <a:ext cx="272125" cy="272125"/>
          </a:xfrm>
          <a:prstGeom prst="swooshArrow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600200" y="474573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Env-driven endpoint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600200" y="512064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REDIS_URL substituted into config at startup — gateway doesn't interpolate {{ env.* }} in redis.url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461772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01968" y="4919472"/>
            <a:ext cx="566928" cy="566928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31" name="Shape 29"/>
          <p:cNvSpPr/>
          <p:nvPr/>
        </p:nvSpPr>
        <p:spPr>
          <a:xfrm>
            <a:off x="6749369" y="5066873"/>
            <a:ext cx="272125" cy="272125"/>
          </a:xfrm>
          <a:prstGeom prst="hexagon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0" y="474573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&amp; docs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315200" y="512064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Run/verify/report scripts for Redis + Valkey, keyspace dump script, and this documentation set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 / REDIS CACHING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acceptance criterion met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09928"/>
            <a:ext cx="201168" cy="201168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642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3856" y="1636776"/>
            <a:ext cx="1020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Valkey/Redis runs alongside grafbase via docker compose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313432"/>
            <a:ext cx="201168" cy="201168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6771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33856" y="2240280"/>
            <a:ext cx="1020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uses a Valkey-backed cache — verified on Valkey 8.1.9 and Redis 7.4.10, same keys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916936"/>
            <a:ext cx="201168" cy="201168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7121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33856" y="2843784"/>
            <a:ext cx="1020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queries return the cached response — no re-fetch to funds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520440"/>
            <a:ext cx="201168" cy="201168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747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33856" y="3447288"/>
            <a:ext cx="1020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TTL / tagging demonstrated — entity keys carry a 120s TTL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123944"/>
            <a:ext cx="201168" cy="201168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7822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33856" y="4050792"/>
            <a:ext cx="1020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survives a runtime restart — keys retained via the redis-data volume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4727448"/>
            <a:ext cx="201168" cy="201168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68172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33856" y="4654296"/>
            <a:ext cx="1020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updated with cache configuration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5330952"/>
            <a:ext cx="201168" cy="201168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28523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33856" y="5257800"/>
            <a:ext cx="1020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configured via environment (REDIS_URL / CACHE_IMAGE / CACHE_CLI)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 / REDIS CACHING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~5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show, 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5256" y="2071116"/>
            <a:ext cx="566928" cy="566928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802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0116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query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92040" y="2039112"/>
            <a:ext cx="10973" cy="630936"/>
          </a:xfrm>
          <a:prstGeom prst="rect">
            <a:avLst/>
          </a:prstGeom>
          <a:solidFill>
            <a:srgbClr val="E3E6EE"/>
          </a:solidFill>
          <a:ln/>
        </p:spPr>
      </p:sp>
      <p:sp>
        <p:nvSpPr>
          <p:cNvPr id="9" name="Text 7"/>
          <p:cNvSpPr/>
          <p:nvPr/>
        </p:nvSpPr>
        <p:spPr>
          <a:xfrm>
            <a:off x="5166360" y="1874520"/>
            <a:ext cx="6080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the gateway — account → fundHoldings → fund, resolved across two subgraphs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999232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05256" y="3195828"/>
            <a:ext cx="566928" cy="566928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049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13639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keyspace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92040" y="3163824"/>
            <a:ext cx="10973" cy="630936"/>
          </a:xfrm>
          <a:prstGeom prst="rect">
            <a:avLst/>
          </a:prstGeom>
          <a:solidFill>
            <a:srgbClr val="E3E6EE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2999232"/>
            <a:ext cx="6080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FLUSHALL, re-run, then SCAN for insurance-entitycache* and insurance-opcache*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123944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5256" y="4320540"/>
            <a:ext cx="566928" cy="566928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3296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45920" y="426110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a real cache hit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92040" y="4288536"/>
            <a:ext cx="10973" cy="630936"/>
          </a:xfrm>
          <a:prstGeom prst="rect">
            <a:avLst/>
          </a:prstGeom>
          <a:solidFill>
            <a:srgbClr val="E3E6EE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4123944"/>
            <a:ext cx="6080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keeps counting down on the repeat query — not reset — so it was served from cache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248656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5256" y="5445252"/>
            <a:ext cx="566928" cy="566928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4543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45920" y="538581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to Valkey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92040" y="5413248"/>
            <a:ext cx="10973" cy="630936"/>
          </a:xfrm>
          <a:prstGeom prst="rect">
            <a:avLst/>
          </a:prstGeom>
          <a:solidFill>
            <a:srgbClr val="E3E6EE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5248656"/>
            <a:ext cx="6080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CACHE_IMAGE / CACHE_CLI env vars only — same gateway config, same result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 / REDIS CACHING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32104" y="2066544"/>
            <a:ext cx="621792" cy="621792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6" name="Shape 4"/>
          <p:cNvSpPr/>
          <p:nvPr/>
        </p:nvSpPr>
        <p:spPr>
          <a:xfrm>
            <a:off x="993770" y="2228210"/>
            <a:ext cx="298460" cy="298460"/>
          </a:xfrm>
          <a:prstGeom prst="lightningBol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78892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repeat operations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3172968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query plans skip parse / validate / plan on every request.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81144" y="2066544"/>
            <a:ext cx="621792" cy="621792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4742810" y="2228210"/>
            <a:ext cx="298460" cy="298460"/>
          </a:xfrm>
          <a:prstGeom prst="swooshArrow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278892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upstream fetches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45152" y="3172968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caching serves repeat entity reads instead of re-hitting funds.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8745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0184" y="2066544"/>
            <a:ext cx="621792" cy="621792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91850" y="2228210"/>
            <a:ext cx="298460" cy="298460"/>
          </a:xfrm>
          <a:prstGeom prst="can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394192" y="278892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persistent cache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94192" y="3172968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Redis/Valkey can be shared across gateway instances; the volume retains keys across restarts.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" y="4306824"/>
            <a:ext cx="621792" cy="621792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993770" y="4468490"/>
            <a:ext cx="298460" cy="298460"/>
          </a:xfrm>
          <a:prstGeom prst="cub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02920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flexibility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" y="5413248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or Valkey with a one-env-var switch — no gateway or config change.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4114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81144" y="4306824"/>
            <a:ext cx="621792" cy="621792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4742810" y="4468490"/>
            <a:ext cx="298460" cy="298460"/>
          </a:xfrm>
          <a:prstGeom prst="gear9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645152" y="502920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 and env-driven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45152" y="5413248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is toggled via grafbase.toml; the endpoint via REDIS_URL — no code changes.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4114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30184" y="4306824"/>
            <a:ext cx="621792" cy="621792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31" name="Shape 29"/>
          <p:cNvSpPr/>
          <p:nvPr/>
        </p:nvSpPr>
        <p:spPr>
          <a:xfrm>
            <a:off x="8491850" y="4468490"/>
            <a:ext cx="298460" cy="298460"/>
          </a:xfrm>
          <a:prstGeom prst="homePlat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394192" y="502920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&amp; tested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94192" y="5413248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stack runs in Docker; scripts assert behaviour and write reports.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 / REDIS CACHING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KNOWN CONSIDERATIONS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keep in mind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1540" y="2208276"/>
            <a:ext cx="502920" cy="502920"/>
          </a:xfrm>
          <a:prstGeom prst="ellipse">
            <a:avLst/>
          </a:prstGeom>
          <a:solidFill>
            <a:srgbClr val="DC382D"/>
          </a:solidFill>
          <a:ln/>
        </p:spPr>
      </p:sp>
      <p:sp>
        <p:nvSpPr>
          <p:cNvPr id="6" name="Shape 4"/>
          <p:cNvSpPr/>
          <p:nvPr/>
        </p:nvSpPr>
        <p:spPr>
          <a:xfrm>
            <a:off x="1037387" y="2381555"/>
            <a:ext cx="211226" cy="211226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536192" y="200253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gateway only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36192" y="2368296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grafbase dev (and docker compose up on the default file) ignore caching — use docker-compose.gateway.yml.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6540" y="2208276"/>
            <a:ext cx="502920" cy="502920"/>
          </a:xfrm>
          <a:prstGeom prst="ellipse">
            <a:avLst/>
          </a:prstGeom>
          <a:solidFill>
            <a:srgbClr val="DC382D"/>
          </a:solidFill>
          <a:ln/>
        </p:spPr>
      </p:sp>
      <p:sp>
        <p:nvSpPr>
          <p:cNvPr id="11" name="Shape 9"/>
          <p:cNvSpPr/>
          <p:nvPr/>
        </p:nvSpPr>
        <p:spPr>
          <a:xfrm>
            <a:off x="6752387" y="2381555"/>
            <a:ext cx="211226" cy="211226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251192" y="200253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real GraphQL subgraph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51192" y="2368296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REST-extension subgraphs resolve in-process and aren't entity-cached; a hand-rolled _entities responder isn't cached either.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1540" y="3579876"/>
            <a:ext cx="502920" cy="502920"/>
          </a:xfrm>
          <a:prstGeom prst="ellipse">
            <a:avLst/>
          </a:prstGeom>
          <a:solidFill>
            <a:srgbClr val="DC382D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7387" y="3753155"/>
            <a:ext cx="211226" cy="211226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536192" y="337413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schema.graphql is hand-edited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36192" y="3739896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schema-gen wasn't updated for the Fund split, so regenerating overwrites it.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55080" y="324612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06540" y="3579876"/>
            <a:ext cx="502920" cy="502920"/>
          </a:xfrm>
          <a:prstGeom prst="ellipse">
            <a:avLst/>
          </a:prstGeom>
          <a:solidFill>
            <a:srgbClr val="DC382D"/>
          </a:solidFill>
          <a:ln/>
        </p:spPr>
      </p:sp>
      <p:sp>
        <p:nvSpPr>
          <p:cNvPr id="21" name="Shape 19"/>
          <p:cNvSpPr/>
          <p:nvPr/>
        </p:nvSpPr>
        <p:spPr>
          <a:xfrm>
            <a:off x="6752387" y="3753155"/>
            <a:ext cx="211226" cy="211226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251192" y="337413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{{ env.* }} in redis.url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51192" y="3739896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0.53.5 doesn't interpolate env in the caching URL — REDIS_URL is substituted by our tooling.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1540" y="4951476"/>
            <a:ext cx="502920" cy="502920"/>
          </a:xfrm>
          <a:prstGeom prst="ellipse">
            <a:avLst/>
          </a:prstGeom>
          <a:solidFill>
            <a:srgbClr val="DC382D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7387" y="5124755"/>
            <a:ext cx="211226" cy="211226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536192" y="474573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Cold-miss dependency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536192" y="5111496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backend mock APIs are down, cache-validation queries fail on the initial miss. Accepted for local POC feasibility.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461772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34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06540" y="4951476"/>
            <a:ext cx="502920" cy="502920"/>
          </a:xfrm>
          <a:prstGeom prst="ellipse">
            <a:avLst/>
          </a:prstGeom>
          <a:solidFill>
            <a:srgbClr val="DC382D"/>
          </a:solidFill>
          <a:ln/>
        </p:spPr>
      </p:sp>
      <p:sp>
        <p:nvSpPr>
          <p:cNvPr id="31" name="Shape 29"/>
          <p:cNvSpPr/>
          <p:nvPr/>
        </p:nvSpPr>
        <p:spPr>
          <a:xfrm>
            <a:off x="6752387" y="5124755"/>
            <a:ext cx="211226" cy="211226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251192" y="474573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conflicts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51192" y="5111496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Leftover host mock servers on 3001–3003 clash with the compose mocks — free those ports before up.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 / REDIS CACHING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93392"/>
            <a:ext cx="365760" cy="292608"/>
          </a:xfrm>
          <a:prstGeom prst="chevron">
            <a:avLst/>
          </a:prstGeom>
          <a:solidFill>
            <a:srgbClr val="12B886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874520"/>
            <a:ext cx="10287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schema-gen the Fund split, so schema.graphql isn't hand-edited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578608"/>
            <a:ext cx="10881360" cy="7315"/>
          </a:xfrm>
          <a:prstGeom prst="rect">
            <a:avLst/>
          </a:prstGeom>
          <a:solidFill>
            <a:srgbClr val="E3E6E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834640"/>
            <a:ext cx="365760" cy="292608"/>
          </a:xfrm>
          <a:prstGeom prst="chevron">
            <a:avLst/>
          </a:prstGeom>
          <a:solidFill>
            <a:srgbClr val="12B886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715768"/>
            <a:ext cx="10287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the funds subgraph + production gateway into the default compose (or a profile)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419856"/>
            <a:ext cx="10881360" cy="7315"/>
          </a:xfrm>
          <a:prstGeom prst="rect">
            <a:avLst/>
          </a:prstGeom>
          <a:solidFill>
            <a:srgbClr val="E3E6EE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675888"/>
            <a:ext cx="365760" cy="292608"/>
          </a:xfrm>
          <a:prstGeom prst="chevron">
            <a:avLst/>
          </a:prstGeom>
          <a:solidFill>
            <a:srgbClr val="12B886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557016"/>
            <a:ext cx="10287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REST-layer caching in front of the mock APIs, to cut upstream round-trips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261104"/>
            <a:ext cx="10881360" cy="7315"/>
          </a:xfrm>
          <a:prstGeom prst="rect">
            <a:avLst/>
          </a:prstGeom>
          <a:solidFill>
            <a:srgbClr val="E3E6EE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4517136"/>
            <a:ext cx="365760" cy="292608"/>
          </a:xfrm>
          <a:prstGeom prst="chevron">
            <a:avLst/>
          </a:prstGeom>
          <a:solidFill>
            <a:srgbClr val="12B886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398264"/>
            <a:ext cx="10287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— cache hit/miss metrics, key counts, latency deltas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5102352"/>
            <a:ext cx="10881360" cy="7315"/>
          </a:xfrm>
          <a:prstGeom prst="rect">
            <a:avLst/>
          </a:prstGeom>
          <a:solidFill>
            <a:srgbClr val="E3E6EE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5358384"/>
            <a:ext cx="365760" cy="292608"/>
          </a:xfrm>
          <a:prstGeom prst="chevron">
            <a:avLst/>
          </a:prstGeom>
          <a:solidFill>
            <a:srgbClr val="12B886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5239512"/>
            <a:ext cx="10287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Security/scale — TLS (rediss://), header-based cache scoping, and a Redis-vs-Valkey benchmark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 / REDIS CACHING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acceptance criterion met.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Valkey/Redis cache runs alongside the Grafbase federation gateway via Docker Compose with persistence, configured through environment. Both operation and entity caching are verified working — on Redis and on Valkey — with repeat queries served from cache, a demonstrated TTL, and keys that survive a gateway restart. Valkey is confirmed a drop-in for Redis, switchable with a single environment variable.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052560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052560" y="2578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backends verified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05256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052560" y="3584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TTL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052560" y="4023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B8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052560" y="4590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met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Details, the Redis-vs-Valkey comparison, and the full write-up live on Confluence.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 / REDIS CACHING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2026-08-24T09:03:54Z</dcterms:created>
  <dcterms:modified xsi:type="dcterms:W3CDTF">2026-08-24T09:03:54Z</dcterms:modified>
</cp:coreProperties>
</file>